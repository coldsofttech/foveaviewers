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9144000" cy="51435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p>
            <a:r>
              <a:rPr lang="en-US"/>
              <a:t>Remember to thank the team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8229600" cy="857250"/>
          </a:xfrm>
        </p:spPr>
      </p:sp>
      <p:sp>
        <p:nvSpPr>
          <p:cNvPr id="3" name="Body"/>
          <p:cNvSpPr/>
          <p:nvPr>
            <p:ph idx="1"/>
          </p:nvPr>
        </p:nvSpPr>
        <p:spPr>
          <a:xfrm>
            <a:off x="457200" y="1200150"/>
            <a:ext cx="8229600" cy="3394472"/>
          </a:xfrm>
        </p:spPr>
      </p:sp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o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Launch plan</a:t>
            </a:r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/>
          <a:p>
            <a:pPr/>
            <a:r>
              <a:rPr lang="en-US" b="1"/>
              <a:t>First, ship</a:t>
            </a:r>
          </a:p>
          <a:p>
            <a:pPr lvl="1"/>
            <a:r>
              <a:rPr lang="en-US"/>
              <a:t>Then measure</a:t>
            </a:r>
          </a:p>
          <a:p>
            <a:pPr>
              <a:buNone/>
            </a:pPr>
            <a:r>
              <a:rPr lang="en-US"/>
              <a:t>Plain closing line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</a:p>
        </p:txBody>
      </p:sp>
      <p:grpSp>
        <p:nvGrpSpPr>
          <p:cNvPr id="4" name="Group"/>
          <p:cNvGrpSpPr/>
          <p:nvPr/>
        </p:nvGrpSpPr>
        <p:grpSpPr>
          <a:xfrm>
            <a:off x="457200" y="1200150"/>
            <a:ext cx="2000000" cy="2000000"/>
            <a:chOff x="0" y="0"/>
            <a:chExt cx="1000000" cy="1000000"/>
          </a:xfrm>
        </p:grpSpPr>
        <p:pic>
          <p:nvPicPr>
            <p:cNvPr id="5" name="Picture" descr="A single dot"/>
            <p:cNvPicPr/>
            <p:nvPr/>
          </p:nvPicPr>
          <p:blipFill>
            <a:blip r:embed="rId2"/>
          </p:blipFill>
          <p:spPr>
            <a:xfrm>
              <a:off x="500000" y="500000"/>
              <a:ext cx="500000" cy="500000"/>
            </a:xfrm>
          </p:spPr>
        </p:pic>
      </p:grpSp>
      <p:graphicFrame>
        <p:nvGraphicFramePr>
          <p:cNvPr id="6" name="Table"/>
          <p:cNvGraphicFramePr/>
          <p:nvPr/>
        </p:nvGraphicFramePr>
        <p:xfrm>
          <a:off x="3200400" y="1200150"/>
          <a:ext cx="5000000" cy="1200000"/>
        </p:xfrm>
        <a:graphic>
          <a:graphicData uri="http://schemas.openxmlformats.org/drawingml/2006/table">
            <a:tbl>
              <a:tblGrid/>
              <a:tr>
                <a:tc>
                  <a:txBody>
                    <a:bodyPr/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Sales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120</a:t>
                      </a:r>
                    </a:p>
                  </a:txBody>
                </a:tc>
              </a:tr>
              <a:tr>
                <a:tc gridSpan="2">
                  <a:txBody>
                    <a:bodyPr/>
                    <a:p>
                      <a:r>
                        <a:t>South, merged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</a:tbl>
          </a:graphicData>
        </a:graphic>
      </p:graphicFrame>
    </p:spTree>
  </p:cSld>
</p:sld>
</file>